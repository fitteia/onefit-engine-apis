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4"/>
  </p:handoutMasterIdLst>
  <p:sldIdLst>
    <p:sldId id="256" r:id="rId2"/>
    <p:sldId id="257" r:id="rId3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3B2C7E-9730-C41D-8528-422957627E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68DC6-D217-CE99-CD0E-D9A903DCE4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DA8B9-F9DD-3045-9F95-9A710AC65E91}" type="datetimeFigureOut">
              <a:rPr lang="en-PT" smtClean="0"/>
              <a:t>18/06/2026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A009C-B3D6-033C-0D0B-D2993C614E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5A448-8CD3-C2B6-5F38-3E466DB3C5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4AD4D8-7188-DD44-A6B9-535FED900CF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8410383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C5F5F-1A2F-E869-FC92-9C8B401F9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5D6E2-FBBB-40C5-06ED-E4463D2E9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6EB6C-BC9F-4C05-07CE-FCF614C7A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119F-FD2D-E04A-9D5B-5695F0F72905}" type="datetimeFigureOut">
              <a:rPr lang="en-PT" smtClean="0"/>
              <a:t>18/06/2026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5BBE-467B-B4B7-FEDB-5E189EB12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2E3EE-0E1D-7D56-3882-CCB9579D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8549-65FD-8C4F-AF55-A5B53CFFEB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9848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6CC3-FF3A-A788-7AC2-0EED8D5AC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91ADB-C2CA-A2F4-7B0B-06ABCEC96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C9138-E6EC-4B37-D77D-0BBE213F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119F-FD2D-E04A-9D5B-5695F0F72905}" type="datetimeFigureOut">
              <a:rPr lang="en-PT" smtClean="0"/>
              <a:t>18/06/2026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90094-61AA-F874-94D5-D4C6EFDB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B8F5B-26DD-63F0-E44C-DADE532FA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8549-65FD-8C4F-AF55-A5B53CFFEB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844702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7962-31A5-969C-85E6-5CAA91749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CDCA1-EDCA-B46F-B560-503A893CA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BD4CC-AAD2-7222-B613-5E8679BA0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119F-FD2D-E04A-9D5B-5695F0F72905}" type="datetimeFigureOut">
              <a:rPr lang="en-PT" smtClean="0"/>
              <a:t>18/06/2026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26AE-BB15-DE34-75D5-B22BD880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57423-5692-F038-5422-E2152D8C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8549-65FD-8C4F-AF55-A5B53CFFEB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740741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BF95-6DC4-2F1F-52BC-0BFC71728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0FCC4-0435-B3EA-C843-BF00F5E07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D6C9C-B911-AA76-6B1D-96A73490A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C13B5-4F27-039C-5A2B-E1124201B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119F-FD2D-E04A-9D5B-5695F0F72905}" type="datetimeFigureOut">
              <a:rPr lang="en-PT" smtClean="0"/>
              <a:t>18/06/2026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173561-96C6-D678-1026-74B626F1C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3F7D-5725-A206-46F4-D7985E86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8549-65FD-8C4F-AF55-A5B53CFFEB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71274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E10B4-A7BB-D837-EC7A-AD3DFC864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39EC9-2254-B078-F34A-6494B395A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D9131-7B06-7C4F-805D-4B425AC14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127B6D-091C-D766-BCBA-FCE2D89C4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A9B590-3673-7814-6C07-0FAC8FB130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C1BBDE-40B9-F93D-6332-826BE8EC3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119F-FD2D-E04A-9D5B-5695F0F72905}" type="datetimeFigureOut">
              <a:rPr lang="en-PT" smtClean="0"/>
              <a:t>18/06/2026</a:t>
            </a:fld>
            <a:endParaRPr lang="en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0EC795-09AA-784F-8082-60C9484F9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709788-A2E8-0410-0D69-B0C13B14B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8549-65FD-8C4F-AF55-A5B53CFFEB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727569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D24A-8746-20B3-5885-B7461CDA7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8D9001-EA2A-7998-1E79-9097E7608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119F-FD2D-E04A-9D5B-5695F0F72905}" type="datetimeFigureOut">
              <a:rPr lang="en-PT" smtClean="0"/>
              <a:t>18/06/2026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1E7FC-6C89-EC5C-00FC-0A4672907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D1EB9-9311-207D-2AF3-3CB75CCA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8549-65FD-8C4F-AF55-A5B53CFFEB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608632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BAFCF-982A-8A09-420B-9CF9B41D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119F-FD2D-E04A-9D5B-5695F0F72905}" type="datetimeFigureOut">
              <a:rPr lang="en-PT" smtClean="0"/>
              <a:t>18/06/2026</a:t>
            </a:fld>
            <a:endParaRPr lang="en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081269-9261-90E2-AB61-25B44AF6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4C78D-7C49-A1ED-F009-A09A16A4E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8549-65FD-8C4F-AF55-A5B53CFFEB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9020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6AE2E-531D-67B0-C7BB-B15E64A0D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01C22-E973-C8F9-7360-6CFC7A8C7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5C96F-FB87-C872-5DE1-92D8FDA02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83501-5A57-8C20-C9CD-ADC7A3AA1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119F-FD2D-E04A-9D5B-5695F0F72905}" type="datetimeFigureOut">
              <a:rPr lang="en-PT" smtClean="0"/>
              <a:t>18/06/2026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B7FF1-A7F2-2B0C-5969-C81DAB68B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A8E35-2A34-C462-AC45-C25B489A8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8549-65FD-8C4F-AF55-A5B53CFFEB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86422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9FD8F-975D-7883-026C-C70FCAF2D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D6131F-540E-EDEE-7B2C-31FE5BA404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25B43-B349-5BCE-F055-32DFC3833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64438-671B-0455-36E7-2CD26FF8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119F-FD2D-E04A-9D5B-5695F0F72905}" type="datetimeFigureOut">
              <a:rPr lang="en-PT" smtClean="0"/>
              <a:t>18/06/2026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4AD3C-083B-0E2F-CEBB-12AA7BA57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3AA6F-3AC6-43D3-65FB-63499288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8549-65FD-8C4F-AF55-A5B53CFFEB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81871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079F5-2097-2DED-D63D-EE9ACDE4C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74FFD-60C5-6B13-6FEB-1E046E8C8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A1306-0941-9DEC-E2AA-1E099F598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119F-FD2D-E04A-9D5B-5695F0F72905}" type="datetimeFigureOut">
              <a:rPr lang="en-PT" smtClean="0"/>
              <a:t>18/06/2026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BA6D-0026-994A-719F-D8229ECA7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235EF-BD21-D942-FDE1-94D40E2D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8549-65FD-8C4F-AF55-A5B53CFFEB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16945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FE32D8-94ED-7341-E943-B47706CF86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C0DC9-9C08-9C57-9D61-9AD55B5BE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8F27D-3C74-040C-1795-06935E53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119F-FD2D-E04A-9D5B-5695F0F72905}" type="datetimeFigureOut">
              <a:rPr lang="en-PT" smtClean="0"/>
              <a:t>18/06/2026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E74CD-25A3-1FBD-DC18-5D210D9AB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1C1E6-28BD-CE3A-3657-EDD6CADA5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8549-65FD-8C4F-AF55-A5B53CFFEB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36086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CE01FF-F26C-DE6F-43F1-1F4030F29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7B564-D272-991F-AC28-BEDFA633E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E7DBE-8560-0FBD-3452-32F4DECC7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9119F-FD2D-E04A-9D5B-5695F0F72905}" type="datetimeFigureOut">
              <a:rPr lang="en-PT" smtClean="0"/>
              <a:t>18/06/2026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E2C88-FC03-DA55-213A-E2962A7ED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B7BAD-BC23-ABDC-F621-E737A7647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0C8549-65FD-8C4F-AF55-A5B53CFFEB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65723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CE94A4-1EF7-EAF3-3467-2598D075FD7A}"/>
              </a:ext>
            </a:extLst>
          </p:cNvPr>
          <p:cNvSpPr txBox="1"/>
          <p:nvPr/>
        </p:nvSpPr>
        <p:spPr>
          <a:xfrm>
            <a:off x="583894" y="462963"/>
            <a:ext cx="106422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T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TUTORIAL</a:t>
            </a:r>
            <a:endParaRPr lang="en-PT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PT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ADVANCED NMRD DATA FITTING WITH FITTEIA AND ONEFIT-ENGINE</a:t>
            </a:r>
            <a:endParaRPr lang="en-PT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05518-82D1-E1C9-6830-1D5ACB49A3C7}"/>
              </a:ext>
            </a:extLst>
          </p:cNvPr>
          <p:cNvSpPr txBox="1"/>
          <p:nvPr/>
        </p:nvSpPr>
        <p:spPr>
          <a:xfrm>
            <a:off x="649993" y="1652530"/>
            <a:ext cx="110058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#1	Confirm a model fit that was published </a:t>
            </a:r>
          </a:p>
          <a:p>
            <a:r>
              <a:rPr lang="en-PT" dirty="0"/>
              <a:t>	</a:t>
            </a:r>
          </a:p>
          <a:p>
            <a:r>
              <a:rPr lang="en-PT" dirty="0"/>
              <a:t>#2	Fit a multiexponential magnetization decay</a:t>
            </a:r>
          </a:p>
          <a:p>
            <a:endParaRPr lang="en-PT" dirty="0"/>
          </a:p>
          <a:p>
            <a:r>
              <a:rPr lang="en-PT" dirty="0"/>
              <a:t>#3	Fit a series of multiexponential magnetization decays with </a:t>
            </a:r>
          </a:p>
          <a:p>
            <a:r>
              <a:rPr lang="en-PT" dirty="0"/>
              <a:t>	and estimate the best relative  amplitude </a:t>
            </a:r>
          </a:p>
          <a:p>
            <a:r>
              <a:rPr lang="en-P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440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4B3DB0-0B0E-F307-D564-B8404E850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035" y="1116991"/>
            <a:ext cx="5295900" cy="3797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37660C-9D9C-DB23-0C17-5C977F47E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078" y="585939"/>
            <a:ext cx="6832600" cy="543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423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47</Words>
  <Application>Microsoft Macintosh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José Oliveira Sebastião</dc:creator>
  <cp:lastModifiedBy>Pedro José Oliveira Sebastião</cp:lastModifiedBy>
  <cp:revision>1</cp:revision>
  <dcterms:created xsi:type="dcterms:W3CDTF">2026-06-18T16:11:00Z</dcterms:created>
  <dcterms:modified xsi:type="dcterms:W3CDTF">2026-06-19T07:10:13Z</dcterms:modified>
</cp:coreProperties>
</file>