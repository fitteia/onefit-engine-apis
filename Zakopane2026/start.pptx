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handoutMasterIdLst>
    <p:handoutMasterId r:id="rId4"/>
  </p:handoutMasterIdLst>
  <p:sldIdLst>
    <p:sldId id="256" r:id="rId2"/>
    <p:sldId id="257" r:id="rId3"/>
  </p:sldIdLst>
  <p:sldSz cx="12192000" cy="6858000"/>
  <p:notesSz cx="6858000" cy="9144000"/>
  <p:defaultTextStyle>
    <a:defPPr>
      <a:defRPr lang="en-P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1"/>
    <p:restoredTop sz="94658"/>
  </p:normalViewPr>
  <p:slideViewPr>
    <p:cSldViewPr snapToGrid="0">
      <p:cViewPr varScale="1">
        <p:scale>
          <a:sx n="116" d="100"/>
          <a:sy n="116" d="100"/>
        </p:scale>
        <p:origin x="864" y="176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notesViewPr>
    <p:cSldViewPr snapToGrid="0">
      <p:cViewPr varScale="1">
        <p:scale>
          <a:sx n="96" d="100"/>
          <a:sy n="96" d="100"/>
        </p:scale>
        <p:origin x="4328" y="17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213B2C7E-9730-C41D-8528-422957627ED7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PT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6368DC6-D217-CE99-CD0E-D9A903DCE44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07DA8B9-F9DD-3045-9F95-9A710AC65E91}" type="datetimeFigureOut">
              <a:rPr lang="en-PT" smtClean="0"/>
              <a:t>18/06/2026</a:t>
            </a:fld>
            <a:endParaRPr lang="en-PT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06A009C-B3D6-033C-0D0B-D2993C614EF2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PT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665A448-8CD3-C2B6-5F38-3E466DB3C5EF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D4AD4D8-7188-DD44-A6B9-535FED900CF3}" type="slidenum">
              <a:rPr lang="en-PT" smtClean="0"/>
              <a:t>‹#›</a:t>
            </a:fld>
            <a:endParaRPr lang="en-PT"/>
          </a:p>
        </p:txBody>
      </p:sp>
    </p:spTree>
    <p:extLst>
      <p:ext uri="{BB962C8B-B14F-4D97-AF65-F5344CB8AC3E}">
        <p14:creationId xmlns:p14="http://schemas.microsoft.com/office/powerpoint/2010/main" val="84103831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DC5F5F-1A2F-E869-FC92-9C8B401F97B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PT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B95D6E2-FBBB-40C5-06ED-E4463D2E918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P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806EB6C-BC9F-4C05-07CE-FCF614C7A5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59119F-FD2D-E04A-9D5B-5695F0F72905}" type="datetimeFigureOut">
              <a:rPr lang="en-PT" smtClean="0"/>
              <a:t>18/06/2026</a:t>
            </a:fld>
            <a:endParaRPr lang="en-P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8D5BBE-467B-B4B7-FEDB-5E189EB12C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C2E3EE-0E1D-7D56-3882-CCB9579D53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0C8549-65FD-8C4F-AF55-A5B53CFFEBE8}" type="slidenum">
              <a:rPr lang="en-PT" smtClean="0"/>
              <a:t>‹#›</a:t>
            </a:fld>
            <a:endParaRPr lang="en-PT"/>
          </a:p>
        </p:txBody>
      </p:sp>
    </p:spTree>
    <p:extLst>
      <p:ext uri="{BB962C8B-B14F-4D97-AF65-F5344CB8AC3E}">
        <p14:creationId xmlns:p14="http://schemas.microsoft.com/office/powerpoint/2010/main" val="12984800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B66CC3-FF3A-A788-7AC2-0EED8D5AC5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PT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891ADB-C2CA-A2F4-7B0B-06ABCEC967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P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82C9138-E6EC-4B37-D77D-0BBE213F47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59119F-FD2D-E04A-9D5B-5695F0F72905}" type="datetimeFigureOut">
              <a:rPr lang="en-PT" smtClean="0"/>
              <a:t>18/06/2026</a:t>
            </a:fld>
            <a:endParaRPr lang="en-P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0C90094-61AA-F874-94D5-D4C6EFDB2D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0B8F5B-26DD-63F0-E44C-DADE532FAC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0C8549-65FD-8C4F-AF55-A5B53CFFEBE8}" type="slidenum">
              <a:rPr lang="en-PT" smtClean="0"/>
              <a:t>‹#›</a:t>
            </a:fld>
            <a:endParaRPr lang="en-PT"/>
          </a:p>
        </p:txBody>
      </p:sp>
    </p:spTree>
    <p:extLst>
      <p:ext uri="{BB962C8B-B14F-4D97-AF65-F5344CB8AC3E}">
        <p14:creationId xmlns:p14="http://schemas.microsoft.com/office/powerpoint/2010/main" val="18447022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307962-31A5-969C-85E6-5CAA917496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PT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BACDCA1-EDCA-B46F-B560-503A893CAA1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4BD4CC-AAD2-7222-B613-5E8679BA00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59119F-FD2D-E04A-9D5B-5695F0F72905}" type="datetimeFigureOut">
              <a:rPr lang="en-PT" smtClean="0"/>
              <a:t>18/06/2026</a:t>
            </a:fld>
            <a:endParaRPr lang="en-P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2AB26AE-BB15-DE34-75D5-B22BD88049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3257423-5692-F038-5422-E2152D8CE4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0C8549-65FD-8C4F-AF55-A5B53CFFEBE8}" type="slidenum">
              <a:rPr lang="en-PT" smtClean="0"/>
              <a:t>‹#›</a:t>
            </a:fld>
            <a:endParaRPr lang="en-PT"/>
          </a:p>
        </p:txBody>
      </p:sp>
    </p:spTree>
    <p:extLst>
      <p:ext uri="{BB962C8B-B14F-4D97-AF65-F5344CB8AC3E}">
        <p14:creationId xmlns:p14="http://schemas.microsoft.com/office/powerpoint/2010/main" val="17407413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99BF95-6DC4-2F1F-52BC-0BFC71728A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PT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C0FCC4-0435-B3EA-C843-BF00F5E0794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PT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B7D6C9C-B911-AA76-6B1D-96A73490AAF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PT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57C13B5-4F27-039C-5A2B-E1124201BA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59119F-FD2D-E04A-9D5B-5695F0F72905}" type="datetimeFigureOut">
              <a:rPr lang="en-PT" smtClean="0"/>
              <a:t>18/06/2026</a:t>
            </a:fld>
            <a:endParaRPr lang="en-PT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3173561-96C6-D678-1026-74B626F1CA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T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43C3F7D-5725-A206-46F4-D7985E867F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0C8549-65FD-8C4F-AF55-A5B53CFFEBE8}" type="slidenum">
              <a:rPr lang="en-PT" smtClean="0"/>
              <a:t>‹#›</a:t>
            </a:fld>
            <a:endParaRPr lang="en-PT"/>
          </a:p>
        </p:txBody>
      </p:sp>
    </p:spTree>
    <p:extLst>
      <p:ext uri="{BB962C8B-B14F-4D97-AF65-F5344CB8AC3E}">
        <p14:creationId xmlns:p14="http://schemas.microsoft.com/office/powerpoint/2010/main" val="127127451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1E10B4-A7BB-D837-EC7A-AD3DFC8643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PT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D439EC9-2254-B078-F34A-6494B395A83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30D9131-7B06-7C4F-805D-4B425AC146F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PT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0127B6D-091C-D766-BCBA-FCE2D89C4C6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5A9B590-3673-7814-6C07-0FAC8FB1302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PT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9C1BBDE-40B9-F93D-6332-826BE8EC31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59119F-FD2D-E04A-9D5B-5695F0F72905}" type="datetimeFigureOut">
              <a:rPr lang="en-PT" smtClean="0"/>
              <a:t>18/06/2026</a:t>
            </a:fld>
            <a:endParaRPr lang="en-PT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D0EC795-09AA-784F-8082-60C9484F94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T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7709788-A2E8-0410-0D69-B0C13B14B5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0C8549-65FD-8C4F-AF55-A5B53CFFEBE8}" type="slidenum">
              <a:rPr lang="en-PT" smtClean="0"/>
              <a:t>‹#›</a:t>
            </a:fld>
            <a:endParaRPr lang="en-PT"/>
          </a:p>
        </p:txBody>
      </p:sp>
    </p:spTree>
    <p:extLst>
      <p:ext uri="{BB962C8B-B14F-4D97-AF65-F5344CB8AC3E}">
        <p14:creationId xmlns:p14="http://schemas.microsoft.com/office/powerpoint/2010/main" val="272756922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30D24A-8746-20B3-5885-B7461CDA71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PT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E8D9001-EA2A-7998-1E79-9097E7608F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59119F-FD2D-E04A-9D5B-5695F0F72905}" type="datetimeFigureOut">
              <a:rPr lang="en-PT" smtClean="0"/>
              <a:t>18/06/2026</a:t>
            </a:fld>
            <a:endParaRPr lang="en-PT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841E7FC-6C89-EC5C-00FC-0A46729070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T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CFD1EB9-9311-207D-2AF3-3CB75CCAF7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0C8549-65FD-8C4F-AF55-A5B53CFFEBE8}" type="slidenum">
              <a:rPr lang="en-PT" smtClean="0"/>
              <a:t>‹#›</a:t>
            </a:fld>
            <a:endParaRPr lang="en-PT"/>
          </a:p>
        </p:txBody>
      </p:sp>
    </p:spTree>
    <p:extLst>
      <p:ext uri="{BB962C8B-B14F-4D97-AF65-F5344CB8AC3E}">
        <p14:creationId xmlns:p14="http://schemas.microsoft.com/office/powerpoint/2010/main" val="160863260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97BAFCF-982A-8A09-420B-9CF9B41D7C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59119F-FD2D-E04A-9D5B-5695F0F72905}" type="datetimeFigureOut">
              <a:rPr lang="en-PT" smtClean="0"/>
              <a:t>18/06/2026</a:t>
            </a:fld>
            <a:endParaRPr lang="en-PT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9081269-9261-90E2-AB61-25B44AF684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T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D4C78D-7C49-A1ED-F009-A09A16A4EE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0C8549-65FD-8C4F-AF55-A5B53CFFEBE8}" type="slidenum">
              <a:rPr lang="en-PT" smtClean="0"/>
              <a:t>‹#›</a:t>
            </a:fld>
            <a:endParaRPr lang="en-PT"/>
          </a:p>
        </p:txBody>
      </p:sp>
    </p:spTree>
    <p:extLst>
      <p:ext uri="{BB962C8B-B14F-4D97-AF65-F5344CB8AC3E}">
        <p14:creationId xmlns:p14="http://schemas.microsoft.com/office/powerpoint/2010/main" val="4902068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46AE2E-531D-67B0-C7BB-B15E64A0D6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PT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C01C22-E973-C8F9-7360-6CFC7A8C700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PT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6F5C96F-FB87-C872-5DE1-92D8FDA02F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1E83501-5A57-8C20-C9CD-ADC7A3AA17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59119F-FD2D-E04A-9D5B-5695F0F72905}" type="datetimeFigureOut">
              <a:rPr lang="en-PT" smtClean="0"/>
              <a:t>18/06/2026</a:t>
            </a:fld>
            <a:endParaRPr lang="en-PT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3CB7FF1-A7F2-2B0C-5969-C81DAB68BD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T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55A8E35-2A34-C462-AC45-C25B489A82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0C8549-65FD-8C4F-AF55-A5B53CFFEBE8}" type="slidenum">
              <a:rPr lang="en-PT" smtClean="0"/>
              <a:t>‹#›</a:t>
            </a:fld>
            <a:endParaRPr lang="en-PT"/>
          </a:p>
        </p:txBody>
      </p:sp>
    </p:spTree>
    <p:extLst>
      <p:ext uri="{BB962C8B-B14F-4D97-AF65-F5344CB8AC3E}">
        <p14:creationId xmlns:p14="http://schemas.microsoft.com/office/powerpoint/2010/main" val="4864220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D9FD8F-975D-7883-026C-C70FCAF2D9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PT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4D6131F-540E-EDEE-7B2C-31FE5BA4044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PT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F925B43-B349-5BCE-F055-32DFC38333B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D564438-671B-0455-36E7-2CD26FF838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59119F-FD2D-E04A-9D5B-5695F0F72905}" type="datetimeFigureOut">
              <a:rPr lang="en-PT" smtClean="0"/>
              <a:t>18/06/2026</a:t>
            </a:fld>
            <a:endParaRPr lang="en-PT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6B4AD3C-083B-0E2F-CEBB-12AA7BA577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T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D83AA6F-3AC6-43D3-65FB-63499288B5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0C8549-65FD-8C4F-AF55-A5B53CFFEBE8}" type="slidenum">
              <a:rPr lang="en-PT" smtClean="0"/>
              <a:t>‹#›</a:t>
            </a:fld>
            <a:endParaRPr lang="en-PT"/>
          </a:p>
        </p:txBody>
      </p:sp>
    </p:spTree>
    <p:extLst>
      <p:ext uri="{BB962C8B-B14F-4D97-AF65-F5344CB8AC3E}">
        <p14:creationId xmlns:p14="http://schemas.microsoft.com/office/powerpoint/2010/main" val="128187137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A079F5-2097-2DED-D63D-EE9ACDE4C7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PT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5774FFD-60C5-6B13-6FEB-1E046E8C8D9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P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DCA1306-0941-9DEC-E2AA-1E099F598F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59119F-FD2D-E04A-9D5B-5695F0F72905}" type="datetimeFigureOut">
              <a:rPr lang="en-PT" smtClean="0"/>
              <a:t>18/06/2026</a:t>
            </a:fld>
            <a:endParaRPr lang="en-P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C13BA6D-0026-994A-719F-D8229ECA7B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6B235EF-BD21-D942-FDE1-94D40E2D92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0C8549-65FD-8C4F-AF55-A5B53CFFEBE8}" type="slidenum">
              <a:rPr lang="en-PT" smtClean="0"/>
              <a:t>‹#›</a:t>
            </a:fld>
            <a:endParaRPr lang="en-PT"/>
          </a:p>
        </p:txBody>
      </p:sp>
    </p:spTree>
    <p:extLst>
      <p:ext uri="{BB962C8B-B14F-4D97-AF65-F5344CB8AC3E}">
        <p14:creationId xmlns:p14="http://schemas.microsoft.com/office/powerpoint/2010/main" val="31694553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8FE32D8-94ED-7341-E943-B47706CF86E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PT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11C0DC9-9C08-9C57-9D61-9AD55B5BEBC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P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1A8F27D-3C74-040C-1795-06935E53B3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59119F-FD2D-E04A-9D5B-5695F0F72905}" type="datetimeFigureOut">
              <a:rPr lang="en-PT" smtClean="0"/>
              <a:t>18/06/2026</a:t>
            </a:fld>
            <a:endParaRPr lang="en-P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87E74CD-25A3-1FBD-DC18-5D210D9AB5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CF1C1E6-28BD-CE3A-3657-EDD6CADA58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0C8549-65FD-8C4F-AF55-A5B53CFFEBE8}" type="slidenum">
              <a:rPr lang="en-PT" smtClean="0"/>
              <a:t>‹#›</a:t>
            </a:fld>
            <a:endParaRPr lang="en-PT"/>
          </a:p>
        </p:txBody>
      </p:sp>
    </p:spTree>
    <p:extLst>
      <p:ext uri="{BB962C8B-B14F-4D97-AF65-F5344CB8AC3E}">
        <p14:creationId xmlns:p14="http://schemas.microsoft.com/office/powerpoint/2010/main" val="236086037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3CE01FF-F26C-DE6F-43F1-1F4030F294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PT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E97B564-D272-991F-AC28-BEDFA633E0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P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ACE7DBE-8560-0FBD-3452-32F4DECC7D6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C59119F-FD2D-E04A-9D5B-5695F0F72905}" type="datetimeFigureOut">
              <a:rPr lang="en-PT" smtClean="0"/>
              <a:t>18/06/2026</a:t>
            </a:fld>
            <a:endParaRPr lang="en-P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2EE2C88-FC03-DA55-213A-E2962A7EDC8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P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A0B7BAD-BC23-ABDC-F621-E737A76477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10C8549-65FD-8C4F-AF55-A5B53CFFEBE8}" type="slidenum">
              <a:rPr lang="en-PT" smtClean="0"/>
              <a:t>‹#›</a:t>
            </a:fld>
            <a:endParaRPr lang="en-PT"/>
          </a:p>
        </p:txBody>
      </p:sp>
    </p:spTree>
    <p:extLst>
      <p:ext uri="{BB962C8B-B14F-4D97-AF65-F5344CB8AC3E}">
        <p14:creationId xmlns:p14="http://schemas.microsoft.com/office/powerpoint/2010/main" val="6572322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P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image" Target="../media/image2.emf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ECE94A4-1EF7-EAF3-3467-2598D075FD7A}"/>
              </a:ext>
            </a:extLst>
          </p:cNvPr>
          <p:cNvSpPr txBox="1"/>
          <p:nvPr/>
        </p:nvSpPr>
        <p:spPr>
          <a:xfrm>
            <a:off x="2116899" y="2907929"/>
            <a:ext cx="1064229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PT" b="1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TUTORIAL</a:t>
            </a:r>
            <a:endParaRPr lang="en-PT" dirty="0">
              <a:solidFill>
                <a:srgbClr val="000000"/>
              </a:solidFill>
              <a:effectLst/>
              <a:latin typeface="Times New Roman" panose="02020603050405020304" pitchFamily="18" charset="0"/>
            </a:endParaRPr>
          </a:p>
          <a:p>
            <a:pPr>
              <a:buNone/>
            </a:pPr>
            <a:r>
              <a:rPr lang="en-PT" b="1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ADVANCED NMRD DATA </a:t>
            </a:r>
            <a:r>
              <a:rPr lang="en-PT" b="1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FITTING WITH </a:t>
            </a:r>
            <a:r>
              <a:rPr lang="en-PT" b="1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FITTEIA AND ONEFIT-ENGINE</a:t>
            </a:r>
            <a:endParaRPr lang="en-PT" dirty="0">
              <a:solidFill>
                <a:srgbClr val="000000"/>
              </a:solidFill>
              <a:effectLst/>
              <a:latin typeface="Times New Roman" panose="02020603050405020304" pitchFamily="18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6105518-82D1-E1C9-6830-1D5ACB49A3C7}"/>
              </a:ext>
            </a:extLst>
          </p:cNvPr>
          <p:cNvSpPr txBox="1"/>
          <p:nvPr/>
        </p:nvSpPr>
        <p:spPr>
          <a:xfrm>
            <a:off x="2116900" y="4082579"/>
            <a:ext cx="7930484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T" dirty="0"/>
              <a:t>#1	Confirm a model fit that was published (fitteia.org)</a:t>
            </a:r>
          </a:p>
          <a:p>
            <a:r>
              <a:rPr lang="en-PT" dirty="0"/>
              <a:t>	</a:t>
            </a:r>
          </a:p>
          <a:p>
            <a:r>
              <a:rPr lang="en-PT" dirty="0"/>
              <a:t>#2	Fit a multiexponential magnetization decay (fitteia.org)</a:t>
            </a:r>
          </a:p>
          <a:p>
            <a:endParaRPr lang="en-PT" dirty="0"/>
          </a:p>
          <a:p>
            <a:r>
              <a:rPr lang="en-PT" dirty="0"/>
              <a:t>#3	Fit a series of multiexponential magnetization decays with </a:t>
            </a:r>
          </a:p>
          <a:p>
            <a:r>
              <a:rPr lang="en-PT" dirty="0"/>
              <a:t>	and estimate the best relative  amplitude (OneFit-Engine)</a:t>
            </a:r>
          </a:p>
          <a:p>
            <a:r>
              <a:rPr lang="en-PT" dirty="0"/>
              <a:t> 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C065AAE8-39B4-A74B-26DE-9D5F267CE1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16899" y="216400"/>
            <a:ext cx="6819378" cy="24394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44016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4A4B3DB0-0B0E-F307-D564-B8404E85099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31522" y="1229726"/>
            <a:ext cx="5295900" cy="37973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137660C-9D9C-DB23-0C17-5C977F47EC7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01078" y="585939"/>
            <a:ext cx="6832600" cy="5435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542388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935</TotalTime>
  <Words>60</Words>
  <Application>Microsoft Macintosh PowerPoint</Application>
  <PresentationFormat>Widescreen</PresentationFormat>
  <Paragraphs>9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7" baseType="lpstr">
      <vt:lpstr>Aptos</vt:lpstr>
      <vt:lpstr>Aptos Display</vt:lpstr>
      <vt:lpstr>Arial</vt:lpstr>
      <vt:lpstr>Times New Roman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Pedro José Oliveira Sebastião</dc:creator>
  <cp:lastModifiedBy>Pedro José Oliveira Sebastião</cp:lastModifiedBy>
  <cp:revision>4</cp:revision>
  <dcterms:created xsi:type="dcterms:W3CDTF">2026-06-18T16:11:00Z</dcterms:created>
  <dcterms:modified xsi:type="dcterms:W3CDTF">2026-06-19T07:46:46Z</dcterms:modified>
</cp:coreProperties>
</file>